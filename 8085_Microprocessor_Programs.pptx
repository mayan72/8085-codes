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280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Assembly Language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0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8085 Microprocessor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A visual restyle of the original notes. Program text, comments, and explanations are unchanged.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Codes  ·  Complements  ·  Arithmetic  ·  Sign &amp; Parity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Programs included in this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91440" cy="10789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2161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1's and 2's complement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002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8-bit and 16-bit numbers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5156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51560"/>
            <a:ext cx="91440" cy="1078992"/>
          </a:xfrm>
          <a:prstGeom prst="rect">
            <a:avLst/>
          </a:prstGeom>
          <a:solidFill>
            <a:srgbClr val="2BB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1615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2161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Square of an 8-bit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60020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Repeated addition using H-L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286000"/>
            <a:ext cx="91440" cy="10789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45059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45059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Factorial of a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83464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Subroutine multiply by repeated add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28600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286000"/>
            <a:ext cx="91440" cy="1078992"/>
          </a:xfrm>
          <a:prstGeom prst="rect">
            <a:avLst/>
          </a:prstGeom>
          <a:solidFill>
            <a:srgbClr val="2BB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5059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45059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Multiply two 8-bit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83464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Using logical rotate instructions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520440"/>
            <a:ext cx="91440" cy="10789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68503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68503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Add two 16-bit numbers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0690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Low byte ADD, high byte ADC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52044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520440"/>
            <a:ext cx="91440" cy="1078992"/>
          </a:xfrm>
          <a:prstGeom prst="rect">
            <a:avLst/>
          </a:prstGeom>
          <a:solidFill>
            <a:srgbClr val="2BB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68503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68503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Positive or negative 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6908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Sign bit via RAL and carry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75488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754880"/>
            <a:ext cx="91440" cy="10789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1947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49194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Odd or even number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5303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LSB via RAR and carry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475488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754880"/>
            <a:ext cx="91440" cy="1078992"/>
          </a:xfrm>
          <a:prstGeom prst="rect">
            <a:avLst/>
          </a:prstGeom>
          <a:solidFill>
            <a:srgbClr val="2BB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91947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9194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Subtract two 8-bit numbers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303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With or without borrow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1's , 2's complement of 8 bit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Followed by 1's and 2's complement of 16 bit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1's , 2's complement of 8 bit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8-bit  ·  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1'S COMPLEMENT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C050H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CMA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C051H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2'S COMPLEMENT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C050H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CMA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INR 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C051H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1's , 2's complement of 16 bit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1'S COMPLEMENT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16-bit  ·  1'S COMPLEMENT  ·  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1'S COMPLEMENT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LXI H C050H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A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CMA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CO52H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INX 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A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C053H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1's , 2's complement of 16 bit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2'COMPLEMENT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16-bit  ·  2'COMPLEMENT  ·  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2'COMPLEMENT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LXI H C050H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MVI B 00H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A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CMA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ADI 01H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C052H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JNC LOOP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INR B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LOOP LXI H C051H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A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CMA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ADD B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C053H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8085 program to find square of a 8 bit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8085 program to find square of a 8 bit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 with addresses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2000    MVI H 20      H &lt;- 20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2002    MVI L 50      L &lt;- 50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2004    MVI A 00      A &lt;- 00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2006    MOV B, M      B &lt;-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2007    ADD M         A &lt;- A +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2008    DCR B         B &lt;- B – 01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2009    JNZ 2007      Jump if ZF = 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200C    STA 3050      M[3050] &lt;- 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200F    HLT          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8085 program to find square of a 8 bit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Explanation – Registers used A, H, L, B and indirect memory 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5074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61288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72184"/>
            <a:ext cx="10863072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MVI H 20 – initialize register H with 20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MVI L 50 – initialize register L with 50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MVI A 00 – initialize accumulator A with 00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MOV B, M – moves the content of memory location which is indirectly specified by M in register B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ADD M – add the content of memory location which is indirectly specified by M in accumulator A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DCR B – decrement value of register B by 1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JNZ 2007 – jump to memory location 2007 if ZF = 0, i.e register B does not contain 0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STA 3050 – stores value of A in 3050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HLT – stops executing the program and halts any further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8085 program to find the factorial of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8085 program to find the factorial of a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11430000" cy="516636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1143000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2" y="111556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11556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11556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1042416"/>
            <a:ext cx="10378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11064240" cy="4636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2000H    Data                      Data Byte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2001H    Result                    Result of factorial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2002H    LXI H, 2000H              Load data from memory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2005H    MOV B, M                  Load data to B register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2006H    MVI D, 01H                Set D register with 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2008H    FACTORIAL  CALL MULTIPLY  Subroutine call for multiplication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200BH    DCR B                     Decrement B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200CH    JNZ FACTORIAL             Call factorial till B becomes 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200FH    INX H                     Increment memory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2010H    MOV M, D                  Store result in memory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2011H    HLT                       Halt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2100H    MULTIPLY  MOV E, B        Transfer contents of B to C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2101H    MVI A, 00H                Clear accumulator to store result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2103H    MULTIPLYLOOP  ADD D       Add contents of D to 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2104H    DCR E                     Decrement E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2105H    JNZ MULTIPLYLOOP          Repeated addition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2108H    MOV D, A                  Transfer contents of A to D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2109H    RET                       Return from subroutine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8085 program to find the factorial of a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Explanation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5074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61288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72184"/>
            <a:ext cx="10863072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First set register B with data.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Set register D with data by calling MULTIPLY subroutine one time.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Decrement B and add D to itself B times by calling MULTIPLY subroutine as 4*3 is equivalent to 4+4+4 (i.e., 3 times).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Repeat the above step till B reaches 0 and then exit the program.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The result is obtained in D register which is stored in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8085 program to multiply two 8 bit numbers using logical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Multiply two 8 bit numbers using logical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62356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525780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MVI B 05      B &lt;- 05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MVI C 04      C &lt;- 04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A, B      A &lt;- B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RLC           rotate the content of A without carry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RLC           rotate the content of A without carry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3050      3050 &lt;- 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           End of the program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51560"/>
            <a:ext cx="539496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73152" cy="5074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161288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472184"/>
            <a:ext cx="5010912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MVI B 05: assign the value 05 to B register.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MVI C 04: assign the value 04 to C register.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MOV A, B: move the content of register B to register 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RLC: rotate the content of accumulator left without carry.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RLC: rotate the content of accumulator left without carry.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STA 3050: store the content of register A at memory location 3050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HLT: stops the execution of the program.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8085 program to add two 16 bit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8085 program to add two 16 bit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62356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62356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525780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2050      A ← 2050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B, A      B ← 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2052      A ← 2052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ADD B         A ← A+B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3050      A → 3050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2051      A ← 2051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B, A      B ← A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2053      A ← 2053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ADC B         A ← A+B+CY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3051      A → 3051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           Stops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51560"/>
            <a:ext cx="539496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73152" cy="5074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161288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Explanation: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472184"/>
            <a:ext cx="5010912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LDA 2050 stores the value at 2050 in A (accumulator).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MOV B, A stores the value of A into the B register.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LDA 2052 stores the value at 2052 in 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ADD B add the contents of B and A and store them in 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STA 3050 stores the result in memory location 3050.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LDA 2051 stores the value at 2051 in 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MOV B, A stores the value of A into the B register.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LDA 2053 stores the value at 2053 in 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ADC B adds the contents of B, A, and carry from the lower bit addition and store in A.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STA 3051 stores the result in memory location 3051.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HLT stops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Wearher a number is positive or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Wearher a number is positive or negative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LXI H C050H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A M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RAL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JC LOOP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MVI A 00H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C053H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LOOP MVI A 01H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C053H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find weather the number is odd or even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To find weather the number is odd or even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LDA C050H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RAR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JC LOOP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MVI A 00H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C055H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LOOP MVI A 01H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C055H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9A227"/>
                </a:solidFill>
                <a:latin typeface="Calibri"/>
                <a:ea typeface="Calibri"/>
                <a:cs typeface="Calibri"/>
              </a:rPr>
              <a:t>PROGRAM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8085 program to subtract two 8-bit numbers with or without borrow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Subtract two 8-bit numbers with or without borrow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5000"/>
            </a:avLst>
          </a:prstGeom>
          <a:solidFill>
            <a:srgbClr val="0D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solidFill>
            <a:srgbClr val="12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16128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16128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116128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088136"/>
            <a:ext cx="10195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E8C95A"/>
                </a:solidFill>
                <a:latin typeface="Calibri"/>
                <a:ea typeface="Calibri"/>
                <a:cs typeface="Calibri"/>
              </a:rPr>
              <a:t>original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472184"/>
            <a:ext cx="10881360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MVI     C, 00      [C] &lt;- 00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LHLD    2500       [H-L] &lt;- [2500]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    A, H       [A] &lt;- [H]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SUB     L          [A] &lt;- [A] – [L]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JNC     200B       Jump If no borrow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INR     C          [C] &lt;- [C] + 1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    2502       [A] -&gt; [2502], Result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MOV     A, C       [A] &lt;- [C]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STA     2503       [A] -&gt; [2503], Borrow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30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HLT               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Subtract two 8-bit numbers with or without borrow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Explanation – Registers A, H, L, C are used for general purpose: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5074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61288"/>
            <a:ext cx="10881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72184"/>
            <a:ext cx="10863072" cy="454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MOV is used to transfer the data from memory to accumulator (1 Byte)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LHLD is used to load register pair directly using 16-bit address (3 Byte instruction)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MVI is used to move data immediately into any of registers (2 Byte)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STA is used to store the content of accumulator into memory(3 Byte instruction)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INR is used to increase register by 1 (1 Byte instruction)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JNC is used to jump if no borrow (3 Byte instruction)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SUB is used to subtract two numbers where one number is in accumulator(1 Byte)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1A2433"/>
                </a:solidFill>
                <a:latin typeface="Calibri"/>
                <a:ea typeface="Calibri"/>
                <a:cs typeface="Calibri"/>
              </a:rPr>
              <a:t>HLT is used to halt the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Calibri"/>
                <a:ea typeface="Calibri"/>
                <a:cs typeface="Calibri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331720"/>
            <a:ext cx="12801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 of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  <a:ea typeface="Calibri"/>
                <a:cs typeface="Calibri"/>
              </a:rPr>
              <a:t>All listings, comments, and explanations match the original text files in this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8085 Microprocessor Programs  ·  Original code 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A8B8"/>
                </a:solidFill>
                <a:latin typeface="Calibri"/>
                <a:ea typeface="Calibri"/>
                <a:cs typeface="Calibri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